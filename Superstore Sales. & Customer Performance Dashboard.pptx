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B7EBE30-33D3-43D2-9711-654BC825DA3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Superstore Sales. &amp; Customer Performance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4ADC926-F7BB-4BC1-A101-69A6F581F4E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7/27/26 8:04:48 PM EDT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04ECBB49-95DF-47A5-AC51-42321A16BD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2026-07-28T00:04:49Z</dcterms:created>
  <dcterms:modified xsi:type="dcterms:W3CDTF">2026-07-28T00:04:49Z</dcterms:modified>
</cp:coreProperties>
</file>